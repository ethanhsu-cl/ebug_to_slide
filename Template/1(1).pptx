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"/>
  </p:notesMasterIdLst>
  <p:sldIdLst>
    <p:sldId id="582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hawn Huang (QAME)" initials="SH(" lastIdx="5" clrIdx="0">
    <p:extLst>
      <p:ext uri="{19B8F6BF-5375-455C-9EA6-DF929625EA0E}">
        <p15:presenceInfo xmlns:p15="http://schemas.microsoft.com/office/powerpoint/2012/main" userId="S-1-5-21-963339867-798581176-2435298070-3632" providerId="AD"/>
      </p:ext>
    </p:extLst>
  </p:cmAuthor>
  <p:cmAuthor id="2" name="Shawn Huang (QAME)" initials="SH" lastIdx="2" clrIdx="1">
    <p:extLst>
      <p:ext uri="{19B8F6BF-5375-455C-9EA6-DF929625EA0E}">
        <p15:presenceInfo xmlns:p15="http://schemas.microsoft.com/office/powerpoint/2012/main" userId="Shawn Huang (QAME)" providerId="None"/>
      </p:ext>
    </p:extLst>
  </p:cmAuthor>
  <p:cmAuthor id="3" name="Casper Chiu (QAME)" initials="CC(" lastIdx="4" clrIdx="2">
    <p:extLst>
      <p:ext uri="{19B8F6BF-5375-455C-9EA6-DF929625EA0E}">
        <p15:presenceInfo xmlns:p15="http://schemas.microsoft.com/office/powerpoint/2012/main" userId="S-1-5-21-963339867-798581176-2435298070-204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  <a:srgbClr val="FF3300"/>
    <a:srgbClr val="FFFFFF"/>
    <a:srgbClr val="32BF72"/>
    <a:srgbClr val="F14F4A"/>
    <a:srgbClr val="00FF00"/>
    <a:srgbClr val="FF0066"/>
    <a:srgbClr val="FF0000"/>
    <a:srgbClr val="9BBB59"/>
    <a:srgbClr val="4BACC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CF1AB2-1976-4502-BF36-3FF5EA218861}" styleName="中等深淺樣式 4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46F890A9-2807-4EBB-B81D-B2AA78EC7F39}" styleName="深色樣式 2 - 輔色 5/輔色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6E25E649-3F16-4E02-A733-19D2CDBF48F0}" styleName="中等深淺樣式 3 - 輔色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淺色樣式 1 - 輔色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中等深淺樣式 2 - 輔色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B344D84-9AFB-497E-A393-DC336BA19D2E}" styleName="中等深淺樣式 3 - 輔色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84" autoAdjust="0"/>
    <p:restoredTop sz="91429" autoAdjust="0"/>
  </p:normalViewPr>
  <p:slideViewPr>
    <p:cSldViewPr snapToGrid="0">
      <p:cViewPr varScale="1">
        <p:scale>
          <a:sx n="40" d="100"/>
          <a:sy n="40" d="100"/>
        </p:scale>
        <p:origin x="24" y="36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200" d="100"/>
        <a:sy n="200" d="100"/>
      </p:scale>
      <p:origin x="0" y="-1787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DC4F43-E7FC-4646-806C-CD3EDFAE8B86}" type="datetimeFigureOut">
              <a:rPr lang="zh-TW" altLang="en-US" smtClean="0"/>
              <a:t>2026/4/23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7B55E4-F47A-4141-A527-E6EE2437CCB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39463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4101803"/>
            <a:ext cx="10363200" cy="1033760"/>
          </a:xfrm>
          <a:noFill/>
          <a:effectLst/>
        </p:spPr>
        <p:txBody>
          <a:bodyPr vert="horz" lIns="45720" rIns="45720" anchor="ctr">
            <a:noAutofit/>
          </a:bodyPr>
          <a:lstStyle>
            <a:lvl1pPr marL="0" indent="0" algn="ctr" defTabSz="121914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kumimoji="0" lang="zh-TW" altLang="en-US" sz="4267" b="1" kern="1200" cap="none" spc="0" baseline="0">
                <a:ln>
                  <a:noFill/>
                </a:ln>
                <a:solidFill>
                  <a:srgbClr val="C00000"/>
                </a:solidFill>
                <a:effectLst/>
                <a:latin typeface="+mj-lt"/>
                <a:ea typeface="微軟正黑體" pitchFamily="34" charset="-120"/>
                <a:cs typeface="+mj-cs"/>
                <a:sym typeface="Calibri"/>
              </a:defRPr>
            </a:lvl1pPr>
          </a:lstStyle>
          <a:p>
            <a:pPr marL="154509" lvl="0" indent="0" algn="ctr" defTabSz="121914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/>
            </a:pPr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5433219"/>
            <a:ext cx="8534400" cy="762000"/>
          </a:xfrm>
        </p:spPr>
        <p:txBody>
          <a:bodyPr>
            <a:normAutofit/>
          </a:bodyPr>
          <a:lstStyle>
            <a:lvl1pPr marL="0" indent="0" algn="ctr">
              <a:buNone/>
              <a:defRPr sz="2667">
                <a:solidFill>
                  <a:schemeClr val="tx1"/>
                </a:solidFill>
              </a:defRPr>
            </a:lvl1pPr>
            <a:lvl2pPr marL="6095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2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8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4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5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39955-E977-4B31-AA3E-D2FFF7C90C52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7" name="Picture 7">
            <a:extLst>
              <a:ext uri="{FF2B5EF4-FFF2-40B4-BE49-F238E27FC236}">
                <a16:creationId xmlns:a16="http://schemas.microsoft.com/office/drawing/2014/main" id="{5CE99CDD-D22A-412C-9804-E6DEC751C37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-32783"/>
            <a:ext cx="12192000" cy="3923819"/>
          </a:xfrm>
          <a:prstGeom prst="rect">
            <a:avLst/>
          </a:prstGeom>
        </p:spPr>
      </p:pic>
      <p:sp>
        <p:nvSpPr>
          <p:cNvPr id="9" name="Rectangle 9">
            <a:extLst>
              <a:ext uri="{FF2B5EF4-FFF2-40B4-BE49-F238E27FC236}">
                <a16:creationId xmlns:a16="http://schemas.microsoft.com/office/drawing/2014/main" id="{145BC51E-0A34-4714-95DA-BFA7A263472E}"/>
              </a:ext>
            </a:extLst>
          </p:cNvPr>
          <p:cNvSpPr/>
          <p:nvPr/>
        </p:nvSpPr>
        <p:spPr>
          <a:xfrm>
            <a:off x="0" y="3733801"/>
            <a:ext cx="12192000" cy="166996"/>
          </a:xfrm>
          <a:prstGeom prst="rect">
            <a:avLst/>
          </a:prstGeom>
          <a:solidFill>
            <a:srgbClr val="FFFFFF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7388015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標題投影片 (無背景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804933"/>
            <a:ext cx="10363200" cy="1248139"/>
          </a:xfrm>
          <a:noFill/>
          <a:effectLst/>
        </p:spPr>
        <p:txBody>
          <a:bodyPr vert="horz" lIns="45720" rIns="45720" anchor="ctr">
            <a:noAutofit/>
          </a:bodyPr>
          <a:lstStyle>
            <a:lvl1pPr marL="0" indent="0" algn="ctr" defTabSz="1219140" rtl="0" eaLnBrk="1" latinLnBrk="0" hangingPunct="1">
              <a:spcBef>
                <a:spcPct val="0"/>
              </a:spcBef>
              <a:buNone/>
              <a:defRPr kumimoji="0" lang="zh-TW" altLang="en-US" sz="4800" b="0" kern="1200" cap="none" spc="0" baseline="0" dirty="0">
                <a:ln>
                  <a:noFill/>
                </a:ln>
                <a:solidFill>
                  <a:srgbClr val="C00000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4800600"/>
            <a:ext cx="8534400" cy="8382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6095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2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8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4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5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39955-E977-4B31-AA3E-D2FFF7C90C5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252719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14400" y="4265282"/>
            <a:ext cx="10363200" cy="1362075"/>
          </a:xfrm>
          <a:noFill/>
          <a:effectLst/>
        </p:spPr>
        <p:txBody>
          <a:bodyPr vert="horz" lIns="45720" rIns="45720" anchor="ctr">
            <a:noAutofit/>
          </a:bodyPr>
          <a:lstStyle>
            <a:lvl1pPr>
              <a:defRPr lang="zh-TW" altLang="en-US" dirty="0">
                <a:latin typeface="+mj-lt"/>
              </a:defRPr>
            </a:lvl1pPr>
          </a:lstStyle>
          <a:p>
            <a:pPr lvl="0"/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39955-E977-4B31-AA3E-D2FFF7C90C52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9" name="Picture 7">
            <a:extLst>
              <a:ext uri="{FF2B5EF4-FFF2-40B4-BE49-F238E27FC236}">
                <a16:creationId xmlns:a16="http://schemas.microsoft.com/office/drawing/2014/main" id="{5CE99CDD-D22A-412C-9804-E6DEC751C37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-32783"/>
            <a:ext cx="12192000" cy="392381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45BC51E-0A34-4714-95DA-BFA7A263472E}"/>
              </a:ext>
            </a:extLst>
          </p:cNvPr>
          <p:cNvSpPr/>
          <p:nvPr/>
        </p:nvSpPr>
        <p:spPr>
          <a:xfrm>
            <a:off x="0" y="3733801"/>
            <a:ext cx="12192000" cy="166996"/>
          </a:xfrm>
          <a:prstGeom prst="rect">
            <a:avLst/>
          </a:prstGeom>
          <a:solidFill>
            <a:srgbClr val="FFFFFF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8747181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內容版面配置區 7"/>
          <p:cNvSpPr>
            <a:spLocks noGrp="1"/>
          </p:cNvSpPr>
          <p:nvPr>
            <p:ph sz="quarter" idx="10"/>
          </p:nvPr>
        </p:nvSpPr>
        <p:spPr>
          <a:xfrm>
            <a:off x="508000" y="1028735"/>
            <a:ext cx="11176000" cy="5372067"/>
          </a:xfrm>
        </p:spPr>
        <p:txBody>
          <a:bodyPr vert="horz" lIns="91440" tIns="45720" rIns="91440" bIns="45720" rtlCol="0">
            <a:normAutofit/>
          </a:bodyPr>
          <a:lstStyle>
            <a:lvl1pPr>
              <a:buClr>
                <a:schemeClr val="tx1"/>
              </a:buClr>
              <a:defRPr lang="en-US" altLang="zh-TW" dirty="0" smtClean="0"/>
            </a:lvl1pPr>
            <a:lvl2pPr>
              <a:defRPr lang="en-US" altLang="zh-TW" dirty="0" smtClean="0"/>
            </a:lvl2pPr>
            <a:lvl3pPr>
              <a:defRPr lang="en-US" altLang="zh-TW" dirty="0" smtClean="0"/>
            </a:lvl3pPr>
            <a:lvl4pPr>
              <a:defRPr lang="en-US" altLang="zh-TW" dirty="0" smtClean="0"/>
            </a:lvl4pPr>
            <a:lvl5pPr>
              <a:defRPr lang="zh-TW" altLang="en-US" dirty="0"/>
            </a:lvl5pPr>
          </a:lstStyle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5791200" y="6492877"/>
            <a:ext cx="609600" cy="365125"/>
          </a:xfrm>
        </p:spPr>
        <p:txBody>
          <a:bodyPr/>
          <a:lstStyle/>
          <a:p>
            <a:fld id="{48639955-E977-4B31-AA3E-D2FFF7C90C5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640130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2214579"/>
          </a:xfrm>
        </p:spPr>
        <p:txBody>
          <a:bodyPr>
            <a:noAutofit/>
          </a:bodyPr>
          <a:lstStyle>
            <a:lvl1pPr>
              <a:defRPr sz="2667"/>
            </a:lvl1pPr>
            <a:lvl2pPr>
              <a:defRPr sz="2400"/>
            </a:lvl2pPr>
            <a:lvl3pPr>
              <a:defRPr sz="2133"/>
            </a:lvl3pPr>
            <a:lvl4pPr>
              <a:defRPr sz="1867"/>
            </a:lvl4pPr>
            <a:lvl5pPr>
              <a:defRPr sz="1867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2214579"/>
          </a:xfrm>
        </p:spPr>
        <p:txBody>
          <a:bodyPr>
            <a:noAutofit/>
          </a:bodyPr>
          <a:lstStyle>
            <a:lvl1pPr>
              <a:defRPr sz="2667"/>
            </a:lvl1pPr>
            <a:lvl2pPr>
              <a:defRPr sz="2400"/>
            </a:lvl2pPr>
            <a:lvl3pPr>
              <a:defRPr sz="2133"/>
            </a:lvl3pPr>
            <a:lvl4pPr>
              <a:defRPr sz="1867"/>
            </a:lvl4pPr>
            <a:lvl5pPr>
              <a:defRPr sz="1867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8" name="內容版面配置區 2"/>
          <p:cNvSpPr>
            <a:spLocks noGrp="1"/>
          </p:cNvSpPr>
          <p:nvPr>
            <p:ph sz="half" idx="13"/>
          </p:nvPr>
        </p:nvSpPr>
        <p:spPr>
          <a:xfrm>
            <a:off x="603251" y="4000506"/>
            <a:ext cx="5384800" cy="2214579"/>
          </a:xfrm>
        </p:spPr>
        <p:txBody>
          <a:bodyPr>
            <a:noAutofit/>
          </a:bodyPr>
          <a:lstStyle>
            <a:lvl1pPr>
              <a:defRPr sz="2667"/>
            </a:lvl1pPr>
            <a:lvl2pPr>
              <a:defRPr sz="2400"/>
            </a:lvl2pPr>
            <a:lvl3pPr>
              <a:defRPr sz="2133"/>
            </a:lvl3pPr>
            <a:lvl4pPr>
              <a:defRPr sz="1867"/>
            </a:lvl4pPr>
            <a:lvl5pPr>
              <a:defRPr sz="1867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9" name="內容版面配置區 3"/>
          <p:cNvSpPr>
            <a:spLocks noGrp="1"/>
          </p:cNvSpPr>
          <p:nvPr>
            <p:ph sz="half" idx="14"/>
          </p:nvPr>
        </p:nvSpPr>
        <p:spPr>
          <a:xfrm>
            <a:off x="6191251" y="4000506"/>
            <a:ext cx="5384800" cy="2214579"/>
          </a:xfrm>
        </p:spPr>
        <p:txBody>
          <a:bodyPr>
            <a:noAutofit/>
          </a:bodyPr>
          <a:lstStyle>
            <a:lvl1pPr>
              <a:defRPr sz="2667"/>
            </a:lvl1pPr>
            <a:lvl2pPr>
              <a:defRPr sz="2400"/>
            </a:lvl2pPr>
            <a:lvl3pPr>
              <a:defRPr sz="2133"/>
            </a:lvl3pPr>
            <a:lvl4pPr>
              <a:defRPr sz="1867"/>
            </a:lvl4pPr>
            <a:lvl5pPr>
              <a:defRPr sz="1867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8639955-E977-4B31-AA3E-D2FFF7C90C5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088811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066800"/>
            <a:ext cx="5384800" cy="5257800"/>
          </a:xfrm>
        </p:spPr>
        <p:txBody>
          <a:bodyPr>
            <a:noAutofit/>
          </a:bodyPr>
          <a:lstStyle>
            <a:lvl1pPr>
              <a:spcBef>
                <a:spcPts val="800"/>
              </a:spcBef>
              <a:defRPr sz="2667" b="0">
                <a:latin typeface="Calibri" pitchFamily="34" charset="0"/>
              </a:defRPr>
            </a:lvl1pPr>
            <a:lvl2pPr marL="537607" indent="-237055">
              <a:spcBef>
                <a:spcPts val="400"/>
              </a:spcBef>
              <a:defRPr sz="2400" b="0">
                <a:latin typeface="Calibri" pitchFamily="34" charset="0"/>
              </a:defRPr>
            </a:lvl2pPr>
            <a:lvl3pPr marL="918588" indent="-237055">
              <a:spcBef>
                <a:spcPts val="0"/>
              </a:spcBef>
              <a:defRPr sz="2133" b="0">
                <a:latin typeface="Calibri" pitchFamily="34" charset="0"/>
              </a:defRPr>
            </a:lvl3pPr>
            <a:lvl4pPr marL="1291102" indent="-215889">
              <a:defRPr sz="1867" b="0">
                <a:latin typeface="Calibri" pitchFamily="34" charset="0"/>
              </a:defRPr>
            </a:lvl4pPr>
            <a:lvl5pPr marL="1600120" indent="-222240">
              <a:defRPr sz="1867" b="0">
                <a:latin typeface="Calibri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066800"/>
            <a:ext cx="5384800" cy="5257800"/>
          </a:xfrm>
        </p:spPr>
        <p:txBody>
          <a:bodyPr>
            <a:noAutofit/>
          </a:bodyPr>
          <a:lstStyle>
            <a:lvl1pPr>
              <a:defRPr sz="2667" b="0">
                <a:latin typeface="Calibri" pitchFamily="34" charset="0"/>
              </a:defRPr>
            </a:lvl1pPr>
            <a:lvl2pPr marL="537607" indent="-237055">
              <a:spcBef>
                <a:spcPts val="400"/>
              </a:spcBef>
              <a:defRPr sz="2400" b="0">
                <a:latin typeface="Calibri" pitchFamily="34" charset="0"/>
              </a:defRPr>
            </a:lvl2pPr>
            <a:lvl3pPr marL="918588" indent="-237055">
              <a:spcBef>
                <a:spcPts val="0"/>
              </a:spcBef>
              <a:tabLst/>
              <a:defRPr sz="2133" b="0">
                <a:latin typeface="Calibri" pitchFamily="34" charset="0"/>
              </a:defRPr>
            </a:lvl3pPr>
            <a:lvl4pPr marL="1291102" indent="-230706">
              <a:defRPr sz="1867" b="0">
                <a:latin typeface="Calibri" pitchFamily="34" charset="0"/>
              </a:defRPr>
            </a:lvl4pPr>
            <a:lvl5pPr marL="1600120" indent="-222240">
              <a:defRPr sz="1867" b="0">
                <a:latin typeface="Calibri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639955-E977-4B31-AA3E-D2FFF7C90C5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29476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527383" y="980728"/>
            <a:ext cx="5386917" cy="504056"/>
          </a:xfrm>
        </p:spPr>
        <p:txBody>
          <a:bodyPr anchor="t" anchorCtr="0">
            <a:noAutofit/>
          </a:bodyPr>
          <a:lstStyle>
            <a:lvl1pPr marL="0" indent="0">
              <a:buNone/>
              <a:defRPr sz="3733" b="1" baseline="0"/>
            </a:lvl1pPr>
            <a:lvl2pPr marL="609570" indent="0">
              <a:buNone/>
              <a:defRPr sz="2667" b="1"/>
            </a:lvl2pPr>
            <a:lvl3pPr marL="1219140" indent="0">
              <a:buNone/>
              <a:defRPr sz="2400" b="1"/>
            </a:lvl3pPr>
            <a:lvl4pPr marL="1828709" indent="0">
              <a:buNone/>
              <a:defRPr sz="2133" b="1"/>
            </a:lvl4pPr>
            <a:lvl5pPr marL="2438278" indent="0">
              <a:buNone/>
              <a:defRPr sz="2133" b="1"/>
            </a:lvl5pPr>
            <a:lvl6pPr marL="3047848" indent="0">
              <a:buNone/>
              <a:defRPr sz="2133" b="1"/>
            </a:lvl6pPr>
            <a:lvl7pPr marL="3657418" indent="0">
              <a:buNone/>
              <a:defRPr sz="2133" b="1"/>
            </a:lvl7pPr>
            <a:lvl8pPr marL="4266987" indent="0">
              <a:buNone/>
              <a:defRPr sz="2133" b="1"/>
            </a:lvl8pPr>
            <a:lvl9pPr marL="4876557" indent="0">
              <a:buNone/>
              <a:defRPr sz="2133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527383" y="1556795"/>
            <a:ext cx="5386917" cy="4569371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2014" y="980728"/>
            <a:ext cx="5389033" cy="504056"/>
          </a:xfrm>
        </p:spPr>
        <p:txBody>
          <a:bodyPr anchor="t" anchorCtr="0">
            <a:noAutofit/>
          </a:bodyPr>
          <a:lstStyle>
            <a:lvl1pPr marL="0" indent="0">
              <a:buNone/>
              <a:defRPr sz="3733" b="1"/>
            </a:lvl1pPr>
            <a:lvl2pPr marL="609570" indent="0">
              <a:buNone/>
              <a:defRPr sz="2667" b="1"/>
            </a:lvl2pPr>
            <a:lvl3pPr marL="1219140" indent="0">
              <a:buNone/>
              <a:defRPr sz="2400" b="1"/>
            </a:lvl3pPr>
            <a:lvl4pPr marL="1828709" indent="0">
              <a:buNone/>
              <a:defRPr sz="2133" b="1"/>
            </a:lvl4pPr>
            <a:lvl5pPr marL="2438278" indent="0">
              <a:buNone/>
              <a:defRPr sz="2133" b="1"/>
            </a:lvl5pPr>
            <a:lvl6pPr marL="3047848" indent="0">
              <a:buNone/>
              <a:defRPr sz="2133" b="1"/>
            </a:lvl6pPr>
            <a:lvl7pPr marL="3657418" indent="0">
              <a:buNone/>
              <a:defRPr sz="2133" b="1"/>
            </a:lvl7pPr>
            <a:lvl8pPr marL="4266987" indent="0">
              <a:buNone/>
              <a:defRPr sz="2133" b="1"/>
            </a:lvl8pPr>
            <a:lvl9pPr marL="4876557" indent="0">
              <a:buNone/>
              <a:defRPr sz="2133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0" y="1556795"/>
            <a:ext cx="5389033" cy="4569371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/>
            </a:lvl1pPr>
          </a:lstStyle>
          <a:p>
            <a:fld id="{48639955-E977-4B31-AA3E-D2FFF7C90C52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9827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639955-E977-4B31-AA3E-D2FFF7C90C5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387402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只有標題 (no B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0"/>
          </p:nvPr>
        </p:nvSpPr>
        <p:spPr>
          <a:xfrm>
            <a:off x="11582400" y="6578604"/>
            <a:ext cx="609600" cy="27939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8639955-E977-4B31-AA3E-D2FFF7C90C5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74812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39955-E977-4B31-AA3E-D2FFF7C90C5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599433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1_空白 Blac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39955-E977-4B31-AA3E-D2FFF7C90C5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789459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-1"/>
          <a:stretch/>
        </p:blipFill>
        <p:spPr>
          <a:xfrm>
            <a:off x="0" y="6411301"/>
            <a:ext cx="12192000" cy="487680"/>
          </a:xfrm>
          <a:prstGeom prst="rect">
            <a:avLst/>
          </a:prstGeom>
        </p:spPr>
      </p:pic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501416" y="304802"/>
            <a:ext cx="11189168" cy="627923"/>
          </a:xfrm>
          <a:prstGeom prst="rect">
            <a:avLst/>
          </a:prstGeom>
          <a:noFill/>
          <a:effectLst/>
        </p:spPr>
        <p:txBody>
          <a:bodyPr vert="horz" lIns="45720" rIns="45720" anchor="ctr">
            <a:no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542907" y="1028735"/>
            <a:ext cx="11106189" cy="52704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5791200" y="6492877"/>
            <a:ext cx="609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33" b="1">
                <a:solidFill>
                  <a:schemeClr val="bg1"/>
                </a:solidFill>
              </a:defRPr>
            </a:lvl1pPr>
          </a:lstStyle>
          <a:p>
            <a:fld id="{48639955-E977-4B31-AA3E-D2FFF7C90C52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7" name="Picture 17" descr="CREATE-PLAY.png"/>
          <p:cNvPicPr>
            <a:picLocks noChangeAspect="1"/>
          </p:cNvPicPr>
          <p:nvPr/>
        </p:nvPicPr>
        <p:blipFill>
          <a:blip r:embed="rId14" cstate="print">
            <a:lum bright="10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45110" y="6495100"/>
            <a:ext cx="2413025" cy="3629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0034501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marL="0" indent="0" algn="ctr" defTabSz="1219140" rtl="0" eaLnBrk="1" latinLnBrk="0" hangingPunct="1">
        <a:spcBef>
          <a:spcPct val="0"/>
        </a:spcBef>
        <a:buNone/>
        <a:defRPr kumimoji="0" lang="zh-TW" altLang="en-US" sz="3733" b="0" kern="1200" cap="none" spc="0" baseline="0" dirty="0">
          <a:ln>
            <a:noFill/>
          </a:ln>
          <a:solidFill>
            <a:srgbClr val="C00000"/>
          </a:solidFill>
          <a:effectLst/>
          <a:latin typeface="Calibri" pitchFamily="34" charset="0"/>
          <a:ea typeface="+mj-ea"/>
          <a:cs typeface="+mj-cs"/>
        </a:defRPr>
      </a:lvl1pPr>
    </p:titleStyle>
    <p:bodyStyle>
      <a:lvl1pPr marL="376748" indent="-376748" algn="l" defTabSz="1219140" rtl="0" eaLnBrk="1" latinLnBrk="0" hangingPunct="1">
        <a:spcBef>
          <a:spcPts val="1600"/>
        </a:spcBef>
        <a:buClr>
          <a:srgbClr val="C00000"/>
        </a:buClr>
        <a:buSzPct val="60000"/>
        <a:buFont typeface="Wingdings" pitchFamily="2" charset="2"/>
        <a:buChar char="u"/>
        <a:defRPr sz="2667" kern="1200" baseline="0">
          <a:solidFill>
            <a:schemeClr val="tx1"/>
          </a:solidFill>
          <a:latin typeface="Calibri" pitchFamily="34" charset="0"/>
          <a:ea typeface="+mn-ea"/>
          <a:cs typeface="+mn-cs"/>
        </a:defRPr>
      </a:lvl1pPr>
      <a:lvl2pPr marL="749263" indent="-285737" algn="l" defTabSz="1219140" rtl="0" eaLnBrk="1" latinLnBrk="0" hangingPunct="1">
        <a:spcBef>
          <a:spcPts val="267"/>
        </a:spcBef>
        <a:buClr>
          <a:srgbClr val="375BB0"/>
        </a:buClr>
        <a:buSzPct val="60000"/>
        <a:buFont typeface="Wingdings" pitchFamily="2" charset="2"/>
        <a:buChar char="n"/>
        <a:defRPr sz="2400" kern="1200">
          <a:solidFill>
            <a:srgbClr val="254061"/>
          </a:solidFill>
          <a:latin typeface="+mj-lt"/>
          <a:ea typeface="+mn-ea"/>
          <a:cs typeface="+mn-cs"/>
        </a:defRPr>
      </a:lvl2pPr>
      <a:lvl3pPr marL="1219140" indent="-309019" algn="l" defTabSz="1219140" rtl="0" eaLnBrk="1" latinLnBrk="0" hangingPunct="1">
        <a:spcBef>
          <a:spcPct val="20000"/>
        </a:spcBef>
        <a:buSzPct val="60000"/>
        <a:buFont typeface="Wingdings" pitchFamily="2" charset="2"/>
        <a:buChar char="l"/>
        <a:defRPr sz="2133" kern="1200">
          <a:solidFill>
            <a:schemeClr val="tx1"/>
          </a:solidFill>
          <a:latin typeface="+mj-lt"/>
          <a:ea typeface="+mn-ea"/>
          <a:cs typeface="+mn-cs"/>
        </a:defRPr>
      </a:lvl3pPr>
      <a:lvl4pPr marL="1750396" indent="-376748" algn="l" defTabSz="1219140" rtl="0" eaLnBrk="1" latinLnBrk="0" hangingPunct="1">
        <a:spcBef>
          <a:spcPct val="20000"/>
        </a:spcBef>
        <a:buFont typeface="Arial" pitchFamily="34" charset="0"/>
        <a:buChar char="–"/>
        <a:defRPr sz="1867" kern="1200">
          <a:solidFill>
            <a:schemeClr val="tx1"/>
          </a:solidFill>
          <a:latin typeface="+mj-lt"/>
          <a:ea typeface="+mn-ea"/>
          <a:cs typeface="+mn-cs"/>
        </a:defRPr>
      </a:lvl4pPr>
      <a:lvl5pPr marL="2061531" indent="-311135" algn="l" defTabSz="1219140" rtl="0" eaLnBrk="1" latinLnBrk="0" hangingPunct="1">
        <a:spcBef>
          <a:spcPct val="20000"/>
        </a:spcBef>
        <a:buFont typeface="Arial" pitchFamily="34" charset="0"/>
        <a:buChar char="»"/>
        <a:defRPr sz="1867" kern="1200">
          <a:solidFill>
            <a:schemeClr val="tx1"/>
          </a:solidFill>
          <a:latin typeface="+mj-lt"/>
          <a:ea typeface="+mn-ea"/>
          <a:cs typeface="+mn-cs"/>
        </a:defRPr>
      </a:lvl5pPr>
      <a:lvl6pPr marL="3352632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202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772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341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7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4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09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7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84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1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98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55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30149D83-15AB-664F-2301-C75DA954E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268" y="293843"/>
            <a:ext cx="11933464" cy="543850"/>
          </a:xfrm>
          <a:ln>
            <a:noFill/>
          </a:ln>
        </p:spPr>
        <p:txBody>
          <a:bodyPr wrap="none"/>
          <a:lstStyle/>
          <a:p>
            <a:pPr algn="l"/>
            <a:r>
              <a:rPr lang="en-US" altLang="zh-TW" sz="2287" dirty="0">
                <a:solidFill>
                  <a:schemeClr val="tx1"/>
                </a:solidFill>
              </a:rPr>
              <a:t>AI Advisor: Give advice button not hidden after canvas edit triggers Re-analyze</a:t>
            </a:r>
            <a:r>
              <a:rPr lang="zh-TW" altLang="en-US" sz="2287" dirty="0">
                <a:solidFill>
                  <a:schemeClr val="tx1"/>
                </a:solidFill>
              </a:rPr>
              <a:t> *上移</a:t>
            </a:r>
            <a:r>
              <a:rPr lang="en-US" altLang="zh-TW" sz="2287" dirty="0">
                <a:solidFill>
                  <a:schemeClr val="tx1"/>
                </a:solidFill>
              </a:rPr>
              <a:t>15px, 24</a:t>
            </a:r>
            <a:r>
              <a:rPr lang="zh-TW" altLang="en-US" sz="2287" dirty="0">
                <a:solidFill>
                  <a:schemeClr val="tx1"/>
                </a:solidFill>
              </a:rPr>
              <a:t>號字</a:t>
            </a:r>
            <a:endParaRPr lang="zh-TW" altLang="en-US" sz="2000" dirty="0">
              <a:solidFill>
                <a:schemeClr val="tx1"/>
              </a:solidFill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9B39A1C-15A1-62B1-AB39-BA9C6F8D49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ln>
            <a:noFill/>
          </a:ln>
        </p:spPr>
        <p:txBody>
          <a:bodyPr wrap="square">
            <a:spAutoFit/>
          </a:bodyPr>
          <a:lstStyle/>
          <a:p>
            <a:fld id="{48639955-E977-4B31-AA3E-D2FFF7C90C52}" type="slidenum">
              <a:rPr lang="zh-TW" altLang="en-US" smtClean="0"/>
              <a:t>1</a:t>
            </a:fld>
            <a:endParaRPr lang="zh-TW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1FE1B8-C30B-ADE6-5581-25EEA51A9DC3}"/>
              </a:ext>
            </a:extLst>
          </p:cNvPr>
          <p:cNvSpPr txBox="1">
            <a:spLocks/>
          </p:cNvSpPr>
          <p:nvPr/>
        </p:nvSpPr>
        <p:spPr>
          <a:xfrm>
            <a:off x="129268" y="905683"/>
            <a:ext cx="11933464" cy="286232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00" b="1" i="0" dirty="0">
                <a:solidFill>
                  <a:srgbClr val="C00000"/>
                </a:solidFill>
              </a:rPr>
              <a:t>Current: </a:t>
            </a:r>
            <a:r>
              <a:rPr lang="en-US" sz="1400" b="0" i="0" dirty="0">
                <a:solidFill>
                  <a:srgbClr val="000000"/>
                </a:solidFill>
                <a:latin typeface="Calibri"/>
              </a:rPr>
              <a:t>Give advice button for old canvas can still be clicked even after editing canvas and “Re-analyze” option appears</a:t>
            </a:r>
            <a:r>
              <a:rPr lang="zh-TW" altLang="en-US" sz="1400" b="0" i="0" dirty="0">
                <a:solidFill>
                  <a:srgbClr val="000000"/>
                </a:solidFill>
                <a:latin typeface="Calibri"/>
              </a:rPr>
              <a:t>   *</a:t>
            </a:r>
            <a:r>
              <a:rPr lang="zh-TW" altLang="en-US" sz="1400" dirty="0"/>
              <a:t>上移</a:t>
            </a:r>
            <a:r>
              <a:rPr lang="en-US" sz="1400" b="0" i="0" dirty="0">
                <a:solidFill>
                  <a:srgbClr val="000000"/>
                </a:solidFill>
                <a:latin typeface="Calibri"/>
              </a:rPr>
              <a:t>20px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E1CCC073-60C7-516F-FF00-231A3A2A000B}"/>
              </a:ext>
            </a:extLst>
          </p:cNvPr>
          <p:cNvSpPr txBox="1"/>
          <p:nvPr/>
        </p:nvSpPr>
        <p:spPr>
          <a:xfrm>
            <a:off x="8761229" y="0"/>
            <a:ext cx="3301503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 algn="r"/>
            <a:r>
              <a:rPr lang="en-US" altLang="zh-TW" sz="1600" b="1" dirty="0">
                <a:solidFill>
                  <a:srgbClr val="00B050"/>
                </a:solidFill>
              </a:rPr>
              <a:t>PX, fix in X/X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B1412F9A-6F95-3D56-3733-8FF3DF785285}"/>
              </a:ext>
            </a:extLst>
          </p:cNvPr>
          <p:cNvSpPr txBox="1"/>
          <p:nvPr/>
        </p:nvSpPr>
        <p:spPr>
          <a:xfrm>
            <a:off x="12305841" y="2924668"/>
            <a:ext cx="2324560" cy="5638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 anchor="ctr">
            <a:spAutoFit/>
          </a:bodyPr>
          <a:lstStyle/>
          <a:p>
            <a:r>
              <a:rPr lang="en-US" altLang="zh-TW" sz="1200" dirty="0">
                <a:solidFill>
                  <a:srgbClr val="C00000"/>
                </a:solidFill>
              </a:rPr>
              <a:t>7. Edit on canvas to make it dirty</a:t>
            </a:r>
            <a:endParaRPr lang="zh-TW" altLang="en-US" sz="1200" dirty="0">
              <a:solidFill>
                <a:srgbClr val="C00000"/>
              </a:solidFill>
            </a:endParaRP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1294" y="1370076"/>
            <a:ext cx="9829379" cy="518294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L-Create&amp;Play - New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lt1">
            <a:alpha val="0"/>
          </a:schemeClr>
        </a:solidFill>
      </a:spPr>
      <a:bodyPr rtlCol="0" anchor="ctr"/>
      <a:lstStyle>
        <a:defPPr algn="ctr">
          <a:defRPr/>
        </a:defPPr>
      </a:lstStyle>
      <a:style>
        <a:lnRef idx="2">
          <a:schemeClr val="accent5"/>
        </a:lnRef>
        <a:fillRef idx="1">
          <a:schemeClr val="lt1"/>
        </a:fillRef>
        <a:effectRef idx="0">
          <a:schemeClr val="accent5"/>
        </a:effectRef>
        <a:fontRef idx="minor">
          <a:schemeClr val="dk1"/>
        </a:fontRef>
      </a:style>
    </a:spDef>
  </a:objectDefaults>
  <a:extraClrSchemeLst/>
  <a:extLst>
    <a:ext uri="{05A4C25C-085E-4340-85A3-A5531E510DB2}">
      <thm15:themeFamily xmlns:thm15="http://schemas.microsoft.com/office/thememl/2012/main" name="Product Benchmark Report Template.potx" id="{88A1EBD4-D288-4145-8C53-61BD56D9D547}" vid="{BA137559-EAC7-45E4-8A5F-E9D2E8FB5CAC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58017</TotalTime>
  <Words>64</Words>
  <Application>Microsoft Office PowerPoint</Application>
  <PresentationFormat>寬螢幕</PresentationFormat>
  <Paragraphs>5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5" baseType="lpstr">
      <vt:lpstr>Arial</vt:lpstr>
      <vt:lpstr>Calibri</vt:lpstr>
      <vt:lpstr>Wingdings</vt:lpstr>
      <vt:lpstr>CL-Create&amp;Play - New</vt:lpstr>
      <vt:lpstr>AI Advisor: Give advice button not hidden after canvas edit triggers Re-analyze *上移15px, 24號字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Product Benchmark Report Template</dc:title>
  <dc:creator>Casper Chiu (QAME)</dc:creator>
  <cp:lastModifiedBy>Amber Mai</cp:lastModifiedBy>
  <cp:revision>2184</cp:revision>
  <dcterms:created xsi:type="dcterms:W3CDTF">2020-10-12T03:33:54Z</dcterms:created>
  <dcterms:modified xsi:type="dcterms:W3CDTF">2026-04-23T03:28:08Z</dcterms:modified>
</cp:coreProperties>
</file>