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569" r:id="rId2"/>
    <p:sldId id="571" r:id="rId3"/>
    <p:sldId id="572" r:id="rId4"/>
    <p:sldId id="573" r:id="rId5"/>
    <p:sldId id="574" r:id="rId6"/>
    <p:sldId id="575" r:id="rId7"/>
    <p:sldId id="576" r:id="rId8"/>
    <p:sldId id="5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wn Huang (QAME)" initials="SH(" lastIdx="5" clrIdx="0">
    <p:extLst>
      <p:ext uri="{19B8F6BF-5375-455C-9EA6-DF929625EA0E}">
        <p15:presenceInfo xmlns:p15="http://schemas.microsoft.com/office/powerpoint/2012/main" userId="S-1-5-21-963339867-798581176-2435298070-3632" providerId="AD"/>
      </p:ext>
    </p:extLst>
  </p:cmAuthor>
  <p:cmAuthor id="2" name="Shawn Huang (QAME)" initials="SH" lastIdx="2" clrIdx="1">
    <p:extLst>
      <p:ext uri="{19B8F6BF-5375-455C-9EA6-DF929625EA0E}">
        <p15:presenceInfo xmlns:p15="http://schemas.microsoft.com/office/powerpoint/2012/main" userId="Shawn Huang (QAME)" providerId="None"/>
      </p:ext>
    </p:extLst>
  </p:cmAuthor>
  <p:cmAuthor id="3" name="Casper Chiu (QAME)" initials="CC(" lastIdx="4" clrIdx="2">
    <p:extLst>
      <p:ext uri="{19B8F6BF-5375-455C-9EA6-DF929625EA0E}">
        <p15:presenceInfo xmlns:p15="http://schemas.microsoft.com/office/powerpoint/2012/main" userId="S-1-5-21-963339867-798581176-2435298070-20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3300"/>
    <a:srgbClr val="FFFFFF"/>
    <a:srgbClr val="32BF72"/>
    <a:srgbClr val="F14F4A"/>
    <a:srgbClr val="00FF00"/>
    <a:srgbClr val="FF0066"/>
    <a:srgbClr val="FF0000"/>
    <a:srgbClr val="9BBB59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1429" autoAdjust="0"/>
  </p:normalViewPr>
  <p:slideViewPr>
    <p:cSldViewPr snapToGrid="0">
      <p:cViewPr varScale="1">
        <p:scale>
          <a:sx n="117" d="100"/>
          <a:sy n="117" d="100"/>
        </p:scale>
        <p:origin x="-48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78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C4F43-E7FC-4646-806C-CD3EDFAE8B86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B55E4-F47A-4141-A527-E6EE2437CC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94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4101803"/>
            <a:ext cx="10363200" cy="1033760"/>
          </a:xfrm>
          <a:noFill/>
          <a:effectLst/>
        </p:spPr>
        <p:txBody>
          <a:bodyPr vert="horz" lIns="45720" rIns="45720" anchor="ctr">
            <a:noAutofit/>
          </a:bodyPr>
          <a:lstStyle>
            <a:lvl1pPr marL="0" indent="0" algn="ctr" defTabSz="12191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zh-TW" altLang="en-US" sz="4267" b="1" kern="1200" cap="none" spc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ea typeface="微軟正黑體" pitchFamily="34" charset="-120"/>
                <a:cs typeface="+mj-cs"/>
                <a:sym typeface="Calibri"/>
              </a:defRPr>
            </a:lvl1pPr>
          </a:lstStyle>
          <a:p>
            <a:pPr marL="154509" lvl="0" indent="0" algn="ctr" defTabSz="12191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/>
            </a:pPr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5433219"/>
            <a:ext cx="85344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chemeClr val="tx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CE99CDD-D22A-412C-9804-E6DEC751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2783"/>
            <a:ext cx="12192000" cy="3923819"/>
          </a:xfrm>
          <a:prstGeom prst="rect">
            <a:avLst/>
          </a:prstGeom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145BC51E-0A34-4714-95DA-BFA7A263472E}"/>
              </a:ext>
            </a:extLst>
          </p:cNvPr>
          <p:cNvSpPr/>
          <p:nvPr/>
        </p:nvSpPr>
        <p:spPr>
          <a:xfrm>
            <a:off x="0" y="3733801"/>
            <a:ext cx="12192000" cy="166996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880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標題投影片 (無背景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804933"/>
            <a:ext cx="10363200" cy="1248139"/>
          </a:xfrm>
          <a:noFill/>
          <a:effectLst/>
        </p:spPr>
        <p:txBody>
          <a:bodyPr vert="horz" lIns="45720" rIns="45720" anchor="ctr">
            <a:noAutofit/>
          </a:bodyPr>
          <a:lstStyle>
            <a:lvl1pPr marL="0" indent="0" algn="ctr" defTabSz="1219140" rtl="0" eaLnBrk="1" latinLnBrk="0" hangingPunct="1">
              <a:spcBef>
                <a:spcPct val="0"/>
              </a:spcBef>
              <a:buNone/>
              <a:defRPr kumimoji="0" lang="zh-TW" altLang="en-US" sz="4800" b="0" kern="1200" cap="none" spc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4800600"/>
            <a:ext cx="8534400" cy="838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527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265282"/>
            <a:ext cx="10363200" cy="1362075"/>
          </a:xfrm>
          <a:noFill/>
          <a:effectLst/>
        </p:spPr>
        <p:txBody>
          <a:bodyPr vert="horz" lIns="45720" rIns="45720" anchor="ctr">
            <a:noAutofit/>
          </a:bodyPr>
          <a:lstStyle>
            <a:lvl1pPr>
              <a:defRPr lang="zh-TW" altLang="en-US" dirty="0"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5CE99CDD-D22A-412C-9804-E6DEC751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2783"/>
            <a:ext cx="12192000" cy="39238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5BC51E-0A34-4714-95DA-BFA7A263472E}"/>
              </a:ext>
            </a:extLst>
          </p:cNvPr>
          <p:cNvSpPr/>
          <p:nvPr/>
        </p:nvSpPr>
        <p:spPr>
          <a:xfrm>
            <a:off x="0" y="3733801"/>
            <a:ext cx="12192000" cy="166996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471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7"/>
          <p:cNvSpPr>
            <a:spLocks noGrp="1"/>
          </p:cNvSpPr>
          <p:nvPr>
            <p:ph sz="quarter" idx="10"/>
          </p:nvPr>
        </p:nvSpPr>
        <p:spPr>
          <a:xfrm>
            <a:off x="508000" y="1028735"/>
            <a:ext cx="11176000" cy="5372067"/>
          </a:xfr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tx1"/>
              </a:buClr>
              <a:defRPr lang="en-US" altLang="zh-TW" dirty="0" smtClean="0"/>
            </a:lvl1pPr>
            <a:lvl2pPr>
              <a:defRPr lang="en-US" altLang="zh-TW" dirty="0" smtClean="0"/>
            </a:lvl2pPr>
            <a:lvl3pPr>
              <a:defRPr lang="en-US" altLang="zh-TW" dirty="0" smtClean="0"/>
            </a:lvl3pPr>
            <a:lvl4pPr>
              <a:defRPr lang="en-US" altLang="zh-TW" dirty="0" smtClean="0"/>
            </a:lvl4pPr>
            <a:lvl5pPr>
              <a:defRPr lang="zh-TW" altLang="en-US" dirty="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5791200" y="6492877"/>
            <a:ext cx="609600" cy="365125"/>
          </a:xfrm>
        </p:spPr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013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內容版面配置區 2"/>
          <p:cNvSpPr>
            <a:spLocks noGrp="1"/>
          </p:cNvSpPr>
          <p:nvPr>
            <p:ph sz="half" idx="13"/>
          </p:nvPr>
        </p:nvSpPr>
        <p:spPr>
          <a:xfrm>
            <a:off x="603251" y="4000506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4"/>
          </p:nvPr>
        </p:nvSpPr>
        <p:spPr>
          <a:xfrm>
            <a:off x="6191251" y="4000506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88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066800"/>
            <a:ext cx="5384800" cy="5257800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667" b="0">
                <a:latin typeface="Calibri" pitchFamily="34" charset="0"/>
              </a:defRPr>
            </a:lvl1pPr>
            <a:lvl2pPr marL="537607" indent="-237055">
              <a:spcBef>
                <a:spcPts val="400"/>
              </a:spcBef>
              <a:defRPr sz="2400" b="0">
                <a:latin typeface="Calibri" pitchFamily="34" charset="0"/>
              </a:defRPr>
            </a:lvl2pPr>
            <a:lvl3pPr marL="918588" indent="-237055">
              <a:spcBef>
                <a:spcPts val="0"/>
              </a:spcBef>
              <a:defRPr sz="2133" b="0">
                <a:latin typeface="Calibri" pitchFamily="34" charset="0"/>
              </a:defRPr>
            </a:lvl3pPr>
            <a:lvl4pPr marL="1291102" indent="-215889">
              <a:defRPr sz="1867" b="0">
                <a:latin typeface="Calibri" pitchFamily="34" charset="0"/>
              </a:defRPr>
            </a:lvl4pPr>
            <a:lvl5pPr marL="1600120" indent="-222240">
              <a:defRPr sz="1867" b="0">
                <a:latin typeface="Calibri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384800" cy="5257800"/>
          </a:xfrm>
        </p:spPr>
        <p:txBody>
          <a:bodyPr>
            <a:noAutofit/>
          </a:bodyPr>
          <a:lstStyle>
            <a:lvl1pPr>
              <a:defRPr sz="2667" b="0">
                <a:latin typeface="Calibri" pitchFamily="34" charset="0"/>
              </a:defRPr>
            </a:lvl1pPr>
            <a:lvl2pPr marL="537607" indent="-237055">
              <a:spcBef>
                <a:spcPts val="400"/>
              </a:spcBef>
              <a:defRPr sz="2400" b="0">
                <a:latin typeface="Calibri" pitchFamily="34" charset="0"/>
              </a:defRPr>
            </a:lvl2pPr>
            <a:lvl3pPr marL="918588" indent="-237055">
              <a:spcBef>
                <a:spcPts val="0"/>
              </a:spcBef>
              <a:tabLst/>
              <a:defRPr sz="2133" b="0">
                <a:latin typeface="Calibri" pitchFamily="34" charset="0"/>
              </a:defRPr>
            </a:lvl3pPr>
            <a:lvl4pPr marL="1291102" indent="-230706">
              <a:defRPr sz="1867" b="0">
                <a:latin typeface="Calibri" pitchFamily="34" charset="0"/>
              </a:defRPr>
            </a:lvl4pPr>
            <a:lvl5pPr marL="1600120" indent="-222240">
              <a:defRPr sz="1867" b="0">
                <a:latin typeface="Calibri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4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27383" y="980728"/>
            <a:ext cx="5386917" cy="504056"/>
          </a:xfrm>
        </p:spPr>
        <p:txBody>
          <a:bodyPr anchor="t" anchorCtr="0">
            <a:noAutofit/>
          </a:bodyPr>
          <a:lstStyle>
            <a:lvl1pPr marL="0" indent="0">
              <a:buNone/>
              <a:defRPr sz="3733" b="1" baseline="0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383" y="1556795"/>
            <a:ext cx="5386917" cy="456937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014" y="980728"/>
            <a:ext cx="5389033" cy="504056"/>
          </a:xfrm>
        </p:spPr>
        <p:txBody>
          <a:bodyPr anchor="t" anchorCtr="0">
            <a:noAutofit/>
          </a:bodyPr>
          <a:lstStyle>
            <a:lvl1pPr marL="0" indent="0">
              <a:buNone/>
              <a:defRPr sz="3733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1556795"/>
            <a:ext cx="5389033" cy="456937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8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8740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只有標題 (no B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11582400" y="6578604"/>
            <a:ext cx="609600" cy="2793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481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943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8945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"/>
          <a:stretch/>
        </p:blipFill>
        <p:spPr>
          <a:xfrm>
            <a:off x="0" y="6411301"/>
            <a:ext cx="12192000" cy="48768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01416" y="304802"/>
            <a:ext cx="11189168" cy="627923"/>
          </a:xfrm>
          <a:prstGeom prst="rect">
            <a:avLst/>
          </a:prstGeom>
          <a:noFill/>
          <a:effectLst/>
        </p:spPr>
        <p:txBody>
          <a:bodyPr vert="horz" lIns="45720" rIns="4572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42907" y="1028735"/>
            <a:ext cx="11106189" cy="5270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5791200" y="6492877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 b="1">
                <a:solidFill>
                  <a:schemeClr val="bg1"/>
                </a:solidFill>
              </a:defRPr>
            </a:lvl1pPr>
          </a:lstStyle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Picture 17" descr="CREATE-PLAY.png"/>
          <p:cNvPicPr>
            <a:picLocks noChangeAspect="1"/>
          </p:cNvPicPr>
          <p:nvPr/>
        </p:nvPicPr>
        <p:blipFill>
          <a:blip r:embed="rId14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5110" y="6495100"/>
            <a:ext cx="2413025" cy="362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0345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0" indent="0" algn="ctr" defTabSz="1219140" rtl="0" eaLnBrk="1" latinLnBrk="0" hangingPunct="1">
        <a:spcBef>
          <a:spcPct val="0"/>
        </a:spcBef>
        <a:buNone/>
        <a:defRPr kumimoji="0" lang="zh-TW" altLang="en-US" sz="3733" b="0" kern="1200" cap="none" spc="0" baseline="0" dirty="0">
          <a:ln>
            <a:noFill/>
          </a:ln>
          <a:solidFill>
            <a:srgbClr val="C00000"/>
          </a:solidFill>
          <a:effectLst/>
          <a:latin typeface="Calibri" pitchFamily="34" charset="0"/>
          <a:ea typeface="+mj-ea"/>
          <a:cs typeface="+mj-cs"/>
        </a:defRPr>
      </a:lvl1pPr>
    </p:titleStyle>
    <p:bodyStyle>
      <a:lvl1pPr marL="376748" indent="-376748" algn="l" defTabSz="1219140" rtl="0" eaLnBrk="1" latinLnBrk="0" hangingPunct="1">
        <a:spcBef>
          <a:spcPts val="1600"/>
        </a:spcBef>
        <a:buClr>
          <a:srgbClr val="C00000"/>
        </a:buClr>
        <a:buSzPct val="60000"/>
        <a:buFont typeface="Wingdings" pitchFamily="2" charset="2"/>
        <a:buChar char="u"/>
        <a:defRPr sz="2667" kern="1200" baseline="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9263" indent="-285737" algn="l" defTabSz="1219140" rtl="0" eaLnBrk="1" latinLnBrk="0" hangingPunct="1">
        <a:spcBef>
          <a:spcPts val="267"/>
        </a:spcBef>
        <a:buClr>
          <a:srgbClr val="375BB0"/>
        </a:buClr>
        <a:buSzPct val="60000"/>
        <a:buFont typeface="Wingdings" pitchFamily="2" charset="2"/>
        <a:buChar char="n"/>
        <a:defRPr sz="2400" kern="1200">
          <a:solidFill>
            <a:srgbClr val="254061"/>
          </a:solidFill>
          <a:latin typeface="+mj-lt"/>
          <a:ea typeface="+mn-ea"/>
          <a:cs typeface="+mn-cs"/>
        </a:defRPr>
      </a:lvl2pPr>
      <a:lvl3pPr marL="1219140" indent="-309019" algn="l" defTabSz="1219140" rtl="0" eaLnBrk="1" latinLnBrk="0" hangingPunct="1">
        <a:spcBef>
          <a:spcPct val="20000"/>
        </a:spcBef>
        <a:buSzPct val="60000"/>
        <a:buFont typeface="Wingdings" pitchFamily="2" charset="2"/>
        <a:buChar char="l"/>
        <a:defRPr sz="2133" kern="1200">
          <a:solidFill>
            <a:schemeClr val="tx1"/>
          </a:solidFill>
          <a:latin typeface="+mj-lt"/>
          <a:ea typeface="+mn-ea"/>
          <a:cs typeface="+mn-cs"/>
        </a:defRPr>
      </a:lvl3pPr>
      <a:lvl4pPr marL="1750396" indent="-376748" algn="l" defTabSz="121914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j-lt"/>
          <a:ea typeface="+mn-ea"/>
          <a:cs typeface="+mn-cs"/>
        </a:defRPr>
      </a:lvl4pPr>
      <a:lvl5pPr marL="2061531" indent="-311135" algn="l" defTabSz="1219140" rtl="0" eaLnBrk="1" latinLnBrk="0" hangingPunct="1">
        <a:spcBef>
          <a:spcPct val="20000"/>
        </a:spcBef>
        <a:buFont typeface="Arial" pitchFamily="34" charset="0"/>
        <a:buChar char="»"/>
        <a:defRPr sz="1867" kern="1200">
          <a:solidFill>
            <a:schemeClr val="tx1"/>
          </a:solidFill>
          <a:latin typeface="+mj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AE21-F336-CC2E-A91A-2EE37A6FE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0149D83-15AB-664F-2301-C75DA954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16" y="304802"/>
            <a:ext cx="11561316" cy="627923"/>
          </a:xfrm>
          <a:ln w="9525"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altLang="zh-TW" sz="2400" dirty="0">
                <a:solidFill>
                  <a:schemeClr val="tx1"/>
                </a:solidFill>
              </a:rPr>
              <a:t>Short Description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B39A1C-15A1-62B1-AB39-BA9C6F8D4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1FE1B8-C30B-ADE6-5581-25EEA51A9DC3}"/>
              </a:ext>
            </a:extLst>
          </p:cNvPr>
          <p:cNvSpPr txBox="1">
            <a:spLocks/>
          </p:cNvSpPr>
          <p:nvPr/>
        </p:nvSpPr>
        <p:spPr>
          <a:xfrm>
            <a:off x="501416" y="794856"/>
            <a:ext cx="8827695" cy="589837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b="1" dirty="0">
                <a:solidFill>
                  <a:srgbClr val="C00000"/>
                </a:solidFill>
                <a:ea typeface="新細明體"/>
              </a:rPr>
              <a:t>Current</a:t>
            </a: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: &lt;Current&gt;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1CCC073-60C7-516F-FF00-231A3A2A000B}"/>
              </a:ext>
            </a:extLst>
          </p:cNvPr>
          <p:cNvSpPr txBox="1"/>
          <p:nvPr/>
        </p:nvSpPr>
        <p:spPr>
          <a:xfrm>
            <a:off x="10616351" y="120136"/>
            <a:ext cx="1468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B050"/>
                </a:solidFill>
              </a:rPr>
              <a:t>PX, fix in X/X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D9E89D8-E188-90DE-B1D6-D79989A1ADFC}"/>
              </a:ext>
            </a:extLst>
          </p:cNvPr>
          <p:cNvSpPr txBox="1">
            <a:spLocks/>
          </p:cNvSpPr>
          <p:nvPr/>
        </p:nvSpPr>
        <p:spPr>
          <a:xfrm>
            <a:off x="501416" y="1344297"/>
            <a:ext cx="11189168" cy="5231882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&lt;image1.png&gt;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1412F9A-6F95-3D56-3733-8FF3DF785285}"/>
              </a:ext>
            </a:extLst>
          </p:cNvPr>
          <p:cNvSpPr txBox="1"/>
          <p:nvPr/>
        </p:nvSpPr>
        <p:spPr>
          <a:xfrm>
            <a:off x="12305841" y="2832335"/>
            <a:ext cx="232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C00000"/>
                </a:solidFill>
              </a:rPr>
              <a:t>4. Select a result {</a:t>
            </a:r>
            <a:r>
              <a:rPr lang="en-US" altLang="zh-TW" sz="1200" dirty="0" err="1">
                <a:solidFill>
                  <a:srgbClr val="C00000"/>
                </a:solidFill>
              </a:rPr>
              <a:t>type:Current</a:t>
            </a:r>
            <a:r>
              <a:rPr lang="en-US" altLang="zh-TW" sz="1200" dirty="0">
                <a:solidFill>
                  <a:srgbClr val="C00000"/>
                </a:solidFill>
              </a:rPr>
              <a:t>, step:1, file:image1.png}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085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6A1A2-7600-F50B-88BE-9DCD7AD7E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2959E7F-02E6-D151-3691-9E76024B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16" y="304802"/>
            <a:ext cx="11561316" cy="627923"/>
          </a:xfrm>
          <a:ln w="9525"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altLang="zh-TW" sz="2400" dirty="0">
                <a:solidFill>
                  <a:schemeClr val="tx1"/>
                </a:solidFill>
              </a:rPr>
              <a:t>Short Description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2A6550-4BFE-911D-E9A7-E26EF0044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E1CDE-D585-6F01-B126-0CFA36E54C5A}"/>
              </a:ext>
            </a:extLst>
          </p:cNvPr>
          <p:cNvSpPr txBox="1">
            <a:spLocks/>
          </p:cNvSpPr>
          <p:nvPr/>
        </p:nvSpPr>
        <p:spPr>
          <a:xfrm>
            <a:off x="501416" y="794856"/>
            <a:ext cx="8827695" cy="589837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b="1" dirty="0">
                <a:solidFill>
                  <a:srgbClr val="C00000"/>
                </a:solidFill>
                <a:ea typeface="新細明體"/>
              </a:rPr>
              <a:t>Current</a:t>
            </a: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: &lt;Current&gt;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DAAA417-ADCD-1DCA-BC40-E02BF61C013A}"/>
              </a:ext>
            </a:extLst>
          </p:cNvPr>
          <p:cNvSpPr txBox="1"/>
          <p:nvPr/>
        </p:nvSpPr>
        <p:spPr>
          <a:xfrm>
            <a:off x="10616351" y="120136"/>
            <a:ext cx="1468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B050"/>
                </a:solidFill>
              </a:rPr>
              <a:t>PX, fix in X/X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B70108-3F85-E09C-1696-51E21FBA58B5}"/>
              </a:ext>
            </a:extLst>
          </p:cNvPr>
          <p:cNvSpPr txBox="1">
            <a:spLocks/>
          </p:cNvSpPr>
          <p:nvPr/>
        </p:nvSpPr>
        <p:spPr>
          <a:xfrm>
            <a:off x="501416" y="1344297"/>
            <a:ext cx="11189168" cy="5231882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&lt;image2.png&gt;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ED9546A-C5B6-216F-517A-F81D904B0FB0}"/>
              </a:ext>
            </a:extLst>
          </p:cNvPr>
          <p:cNvSpPr txBox="1"/>
          <p:nvPr/>
        </p:nvSpPr>
        <p:spPr>
          <a:xfrm>
            <a:off x="12305841" y="2832335"/>
            <a:ext cx="232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C00000"/>
                </a:solidFill>
              </a:rPr>
              <a:t>5. Enter edit room {</a:t>
            </a:r>
            <a:r>
              <a:rPr lang="en-US" altLang="zh-TW" sz="1200" dirty="0" err="1">
                <a:solidFill>
                  <a:srgbClr val="C00000"/>
                </a:solidFill>
              </a:rPr>
              <a:t>type:Current</a:t>
            </a:r>
            <a:r>
              <a:rPr lang="en-US" altLang="zh-TW" sz="1200" dirty="0">
                <a:solidFill>
                  <a:srgbClr val="C00000"/>
                </a:solidFill>
              </a:rPr>
              <a:t>, step:2, file:image2.png}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633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4305-8DDD-9531-2FAC-71A31403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3F5B869-2164-DE2B-37BB-2DB4D85C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16" y="304802"/>
            <a:ext cx="11561316" cy="627923"/>
          </a:xfrm>
          <a:ln w="9525"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altLang="zh-TW" sz="2400" dirty="0">
                <a:solidFill>
                  <a:schemeClr val="tx1"/>
                </a:solidFill>
              </a:rPr>
              <a:t>Short Description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6C4510-97B3-E12A-C810-70210DE91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F6B0A-96C8-F9FB-4E94-2FFACDDD54E7}"/>
              </a:ext>
            </a:extLst>
          </p:cNvPr>
          <p:cNvSpPr txBox="1">
            <a:spLocks/>
          </p:cNvSpPr>
          <p:nvPr/>
        </p:nvSpPr>
        <p:spPr>
          <a:xfrm>
            <a:off x="501416" y="794856"/>
            <a:ext cx="8827695" cy="589837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b="1" dirty="0">
                <a:solidFill>
                  <a:srgbClr val="C00000"/>
                </a:solidFill>
                <a:ea typeface="新細明體"/>
              </a:rPr>
              <a:t>Current</a:t>
            </a: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: &lt;Current&gt;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1855D50-DCFD-DF88-5891-B4358EE37AD3}"/>
              </a:ext>
            </a:extLst>
          </p:cNvPr>
          <p:cNvSpPr txBox="1"/>
          <p:nvPr/>
        </p:nvSpPr>
        <p:spPr>
          <a:xfrm>
            <a:off x="10616351" y="120136"/>
            <a:ext cx="1468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B050"/>
                </a:solidFill>
              </a:rPr>
              <a:t>PX, fix in X/X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1D46772-DD80-796B-5B7E-3844743F914D}"/>
              </a:ext>
            </a:extLst>
          </p:cNvPr>
          <p:cNvSpPr txBox="1">
            <a:spLocks/>
          </p:cNvSpPr>
          <p:nvPr/>
        </p:nvSpPr>
        <p:spPr>
          <a:xfrm>
            <a:off x="501416" y="1344297"/>
            <a:ext cx="11189168" cy="5231882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&lt;image3.png&gt;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E217148-FD3F-1C56-90D3-A711B0085C51}"/>
              </a:ext>
            </a:extLst>
          </p:cNvPr>
          <p:cNvSpPr txBox="1"/>
          <p:nvPr/>
        </p:nvSpPr>
        <p:spPr>
          <a:xfrm>
            <a:off x="12305841" y="2832335"/>
            <a:ext cx="232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C00000"/>
                </a:solidFill>
              </a:rPr>
              <a:t>7. Edit on canvas to make it dirty {</a:t>
            </a:r>
            <a:r>
              <a:rPr lang="en-US" altLang="zh-TW" sz="1200" dirty="0" err="1">
                <a:solidFill>
                  <a:srgbClr val="C00000"/>
                </a:solidFill>
              </a:rPr>
              <a:t>type:Current</a:t>
            </a:r>
            <a:r>
              <a:rPr lang="en-US" altLang="zh-TW" sz="1200" dirty="0">
                <a:solidFill>
                  <a:srgbClr val="C00000"/>
                </a:solidFill>
              </a:rPr>
              <a:t>, step:3, file:image3.png}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984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3A20D-74E9-074C-6E04-4F77EFEF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CEDFAA1-2EF3-7706-2E7E-6CAA5D1CF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16" y="304802"/>
            <a:ext cx="11561316" cy="627923"/>
          </a:xfrm>
          <a:ln w="9525"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altLang="zh-TW" sz="2400" dirty="0">
                <a:solidFill>
                  <a:schemeClr val="tx1"/>
                </a:solidFill>
              </a:rPr>
              <a:t>Short Description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B2BEF8-F2FE-F6F9-4A76-441B30803D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05B5E-989B-AC90-A83F-A9753A9D40E1}"/>
              </a:ext>
            </a:extLst>
          </p:cNvPr>
          <p:cNvSpPr txBox="1">
            <a:spLocks/>
          </p:cNvSpPr>
          <p:nvPr/>
        </p:nvSpPr>
        <p:spPr>
          <a:xfrm>
            <a:off x="501416" y="794856"/>
            <a:ext cx="8827695" cy="589837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b="1" dirty="0">
                <a:solidFill>
                  <a:srgbClr val="C00000"/>
                </a:solidFill>
                <a:ea typeface="新細明體"/>
              </a:rPr>
              <a:t>Current</a:t>
            </a: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: &lt;Current&gt;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A9101B-AF94-F27A-3456-6A0DE4269428}"/>
              </a:ext>
            </a:extLst>
          </p:cNvPr>
          <p:cNvSpPr txBox="1"/>
          <p:nvPr/>
        </p:nvSpPr>
        <p:spPr>
          <a:xfrm>
            <a:off x="10616351" y="120136"/>
            <a:ext cx="1468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B050"/>
                </a:solidFill>
              </a:rPr>
              <a:t>PX, fix in X/X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BDF3BC4-B9F6-D288-C0E0-2A21DDE24F21}"/>
              </a:ext>
            </a:extLst>
          </p:cNvPr>
          <p:cNvSpPr txBox="1">
            <a:spLocks/>
          </p:cNvSpPr>
          <p:nvPr/>
        </p:nvSpPr>
        <p:spPr>
          <a:xfrm>
            <a:off x="501416" y="1344297"/>
            <a:ext cx="11189168" cy="5231882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&lt;image4.png&gt;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196279D-AC61-6A9E-FDFE-CF2318463F5E}"/>
              </a:ext>
            </a:extLst>
          </p:cNvPr>
          <p:cNvSpPr txBox="1"/>
          <p:nvPr/>
        </p:nvSpPr>
        <p:spPr>
          <a:xfrm>
            <a:off x="12305841" y="2832335"/>
            <a:ext cx="232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C00000"/>
                </a:solidFill>
              </a:rPr>
              <a:t>8. Display the “Re-analyze” prompt {</a:t>
            </a:r>
            <a:r>
              <a:rPr lang="en-US" altLang="zh-TW" sz="1200" dirty="0" err="1">
                <a:solidFill>
                  <a:srgbClr val="C00000"/>
                </a:solidFill>
              </a:rPr>
              <a:t>type:Current</a:t>
            </a:r>
            <a:r>
              <a:rPr lang="en-US" altLang="zh-TW" sz="1200" dirty="0">
                <a:solidFill>
                  <a:srgbClr val="C00000"/>
                </a:solidFill>
              </a:rPr>
              <a:t>, step:4, file:image4.png}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937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6CF09-24C6-29D8-4F81-F5A648086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E6ED84E-995A-D552-2A12-3FC0AE21B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16" y="304802"/>
            <a:ext cx="11561316" cy="627923"/>
          </a:xfrm>
          <a:ln w="9525"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altLang="zh-TW" sz="2400" dirty="0">
                <a:solidFill>
                  <a:schemeClr val="tx1"/>
                </a:solidFill>
              </a:rPr>
              <a:t>Short Description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8C7C2A-A4F8-948F-FF8A-FA07A3A7F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4C7AD-9237-CD0C-D41C-C341F420E9EB}"/>
              </a:ext>
            </a:extLst>
          </p:cNvPr>
          <p:cNvSpPr txBox="1">
            <a:spLocks/>
          </p:cNvSpPr>
          <p:nvPr/>
        </p:nvSpPr>
        <p:spPr>
          <a:xfrm>
            <a:off x="501416" y="794856"/>
            <a:ext cx="8827695" cy="589837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b="1" dirty="0">
                <a:solidFill>
                  <a:srgbClr val="C00000"/>
                </a:solidFill>
                <a:ea typeface="新細明體"/>
              </a:rPr>
              <a:t>Current</a:t>
            </a: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: &lt;Current&gt;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9CBCC5B-C5C6-6647-3F26-E1B9AE9EBCE2}"/>
              </a:ext>
            </a:extLst>
          </p:cNvPr>
          <p:cNvSpPr txBox="1"/>
          <p:nvPr/>
        </p:nvSpPr>
        <p:spPr>
          <a:xfrm>
            <a:off x="10616351" y="120136"/>
            <a:ext cx="1468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B050"/>
                </a:solidFill>
              </a:rPr>
              <a:t>PX, fix in X/X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21C35C0-0DAB-F79D-E8B1-7EB4C6FE9A07}"/>
              </a:ext>
            </a:extLst>
          </p:cNvPr>
          <p:cNvSpPr txBox="1">
            <a:spLocks/>
          </p:cNvSpPr>
          <p:nvPr/>
        </p:nvSpPr>
        <p:spPr>
          <a:xfrm>
            <a:off x="501416" y="1344297"/>
            <a:ext cx="11189168" cy="5231882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&lt;image5.png&gt;</a:t>
            </a:r>
          </a:p>
        </p:txBody>
      </p:sp>
    </p:spTree>
    <p:extLst>
      <p:ext uri="{BB962C8B-B14F-4D97-AF65-F5344CB8AC3E}">
        <p14:creationId xmlns:p14="http://schemas.microsoft.com/office/powerpoint/2010/main" val="3288686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77DA-BDE2-B58A-5890-F70F2435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10233B4-F578-433E-782F-4EC7FF928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16" y="304802"/>
            <a:ext cx="11561316" cy="627923"/>
          </a:xfrm>
          <a:ln w="9525"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altLang="zh-TW" sz="2400" dirty="0">
                <a:solidFill>
                  <a:schemeClr val="tx1"/>
                </a:solidFill>
              </a:rPr>
              <a:t>Short Description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B0413D-3AB1-A3C6-654B-C0A4928DA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263CA-0DCC-FE7A-1494-EA5A9804BB42}"/>
              </a:ext>
            </a:extLst>
          </p:cNvPr>
          <p:cNvSpPr txBox="1">
            <a:spLocks/>
          </p:cNvSpPr>
          <p:nvPr/>
        </p:nvSpPr>
        <p:spPr>
          <a:xfrm>
            <a:off x="501416" y="794856"/>
            <a:ext cx="8827695" cy="589837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400" b="1" dirty="0">
                <a:solidFill>
                  <a:srgbClr val="FFC000"/>
                </a:solidFill>
                <a:ea typeface="新細明體"/>
              </a:rPr>
              <a:t>Reference</a:t>
            </a: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: &lt;Reference&gt;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3E8256D-D4FA-C18D-D03F-FC56515EC272}"/>
              </a:ext>
            </a:extLst>
          </p:cNvPr>
          <p:cNvSpPr txBox="1"/>
          <p:nvPr/>
        </p:nvSpPr>
        <p:spPr>
          <a:xfrm>
            <a:off x="10616351" y="120136"/>
            <a:ext cx="1468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B050"/>
                </a:solidFill>
              </a:rPr>
              <a:t>PX, fix in X/X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CAA570-DFFD-031E-81E7-4F73B57DB52A}"/>
              </a:ext>
            </a:extLst>
          </p:cNvPr>
          <p:cNvSpPr txBox="1">
            <a:spLocks/>
          </p:cNvSpPr>
          <p:nvPr/>
        </p:nvSpPr>
        <p:spPr>
          <a:xfrm>
            <a:off x="501416" y="1344297"/>
            <a:ext cx="11189168" cy="5231882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&lt;image8.png&gt;</a:t>
            </a:r>
          </a:p>
        </p:txBody>
      </p:sp>
    </p:spTree>
    <p:extLst>
      <p:ext uri="{BB962C8B-B14F-4D97-AF65-F5344CB8AC3E}">
        <p14:creationId xmlns:p14="http://schemas.microsoft.com/office/powerpoint/2010/main" val="2023818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78962-9FA3-27A4-A3BB-C5E16ACB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571C2FC-B1B9-F0E5-301D-83C62A29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16" y="304802"/>
            <a:ext cx="11561316" cy="627923"/>
          </a:xfrm>
          <a:ln w="9525"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altLang="zh-TW" sz="2400" dirty="0">
                <a:solidFill>
                  <a:schemeClr val="tx1"/>
                </a:solidFill>
              </a:rPr>
              <a:t>Short Description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B76A9F-EF3F-88B1-E1FA-D86862AAB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0786DA-6937-D6AC-4836-83BAA6C45FB9}"/>
              </a:ext>
            </a:extLst>
          </p:cNvPr>
          <p:cNvSpPr txBox="1">
            <a:spLocks/>
          </p:cNvSpPr>
          <p:nvPr/>
        </p:nvSpPr>
        <p:spPr>
          <a:xfrm>
            <a:off x="501416" y="794856"/>
            <a:ext cx="8827695" cy="589837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400" b="1" dirty="0">
                <a:solidFill>
                  <a:srgbClr val="FF6600"/>
                </a:solidFill>
                <a:ea typeface="新細明體"/>
              </a:rPr>
              <a:t>Proposal</a:t>
            </a: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: &lt;Proposal&gt;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6B339A8-641D-13D2-0FAF-0B995DF14127}"/>
              </a:ext>
            </a:extLst>
          </p:cNvPr>
          <p:cNvSpPr txBox="1"/>
          <p:nvPr/>
        </p:nvSpPr>
        <p:spPr>
          <a:xfrm>
            <a:off x="10616351" y="120136"/>
            <a:ext cx="1468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B050"/>
                </a:solidFill>
              </a:rPr>
              <a:t>PX, fix in X/X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3ABCD0C-26F2-E90F-DF47-5BFE00D17253}"/>
              </a:ext>
            </a:extLst>
          </p:cNvPr>
          <p:cNvSpPr txBox="1">
            <a:spLocks/>
          </p:cNvSpPr>
          <p:nvPr/>
        </p:nvSpPr>
        <p:spPr>
          <a:xfrm>
            <a:off x="501416" y="1344297"/>
            <a:ext cx="11189168" cy="5231882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&lt;image6.png&gt;</a:t>
            </a:r>
          </a:p>
        </p:txBody>
      </p:sp>
    </p:spTree>
    <p:extLst>
      <p:ext uri="{BB962C8B-B14F-4D97-AF65-F5344CB8AC3E}">
        <p14:creationId xmlns:p14="http://schemas.microsoft.com/office/powerpoint/2010/main" val="3532753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42685-6211-9863-0A50-FB2793843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851BEB6-EF63-D139-7E80-790276E94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16" y="304802"/>
            <a:ext cx="11561316" cy="627923"/>
          </a:xfrm>
          <a:ln w="9525"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altLang="zh-TW" sz="2400" dirty="0">
                <a:solidFill>
                  <a:schemeClr val="tx1"/>
                </a:solidFill>
              </a:rPr>
              <a:t>Short Description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4AFB21-7279-1318-DAA2-FBB6884E9E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BB938-ABB0-DAD4-EA66-E5A4BD02F7AA}"/>
              </a:ext>
            </a:extLst>
          </p:cNvPr>
          <p:cNvSpPr txBox="1">
            <a:spLocks/>
          </p:cNvSpPr>
          <p:nvPr/>
        </p:nvSpPr>
        <p:spPr>
          <a:xfrm>
            <a:off x="501416" y="794856"/>
            <a:ext cx="8827695" cy="589837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400" b="1" dirty="0">
                <a:solidFill>
                  <a:srgbClr val="FF6600"/>
                </a:solidFill>
                <a:ea typeface="新細明體"/>
              </a:rPr>
              <a:t>Proposal</a:t>
            </a: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: &lt;Proposal&gt;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93F1762-5ADB-6DDF-9582-157007EDFF20}"/>
              </a:ext>
            </a:extLst>
          </p:cNvPr>
          <p:cNvSpPr txBox="1"/>
          <p:nvPr/>
        </p:nvSpPr>
        <p:spPr>
          <a:xfrm>
            <a:off x="10616351" y="120136"/>
            <a:ext cx="1468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B050"/>
                </a:solidFill>
              </a:rPr>
              <a:t>PX, fix in X/X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5FF03B2-0755-1527-D097-24A2500DB305}"/>
              </a:ext>
            </a:extLst>
          </p:cNvPr>
          <p:cNvSpPr txBox="1">
            <a:spLocks/>
          </p:cNvSpPr>
          <p:nvPr/>
        </p:nvSpPr>
        <p:spPr>
          <a:xfrm>
            <a:off x="501416" y="1344297"/>
            <a:ext cx="11189168" cy="5231882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dirty="0">
                <a:solidFill>
                  <a:prstClr val="black"/>
                </a:solidFill>
                <a:ea typeface="新細明體"/>
              </a:rPr>
              <a:t>&lt;image7.png&gt;</a:t>
            </a:r>
          </a:p>
        </p:txBody>
      </p:sp>
    </p:spTree>
    <p:extLst>
      <p:ext uri="{BB962C8B-B14F-4D97-AF65-F5344CB8AC3E}">
        <p14:creationId xmlns:p14="http://schemas.microsoft.com/office/powerpoint/2010/main" val="3743440741"/>
      </p:ext>
    </p:extLst>
  </p:cSld>
  <p:clrMapOvr>
    <a:masterClrMapping/>
  </p:clrMapOvr>
</p:sld>
</file>

<file path=ppt/theme/theme1.xml><?xml version="1.0" encoding="utf-8"?>
<a:theme xmlns:a="http://schemas.openxmlformats.org/drawingml/2006/main" name="CL-Create&amp;Play - 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lt1">
            <a:alpha val="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Product Benchmark Report Template.potx" id="{88A1EBD4-D288-4145-8C53-61BD56D9D547}" vid="{BA137559-EAC7-45E4-8A5F-E9D2E8FB5CA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57495</TotalTime>
  <Words>247</Words>
  <Application>Microsoft Macintosh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新細明體</vt:lpstr>
      <vt:lpstr>Arial</vt:lpstr>
      <vt:lpstr>Calibri</vt:lpstr>
      <vt:lpstr>Wingdings</vt:lpstr>
      <vt:lpstr>CL-Create&amp;Play - New</vt:lpstr>
      <vt:lpstr>Short Description</vt:lpstr>
      <vt:lpstr>Short Description</vt:lpstr>
      <vt:lpstr>Short Description</vt:lpstr>
      <vt:lpstr>Short Description</vt:lpstr>
      <vt:lpstr>Short Description</vt:lpstr>
      <vt:lpstr>Short Description</vt:lpstr>
      <vt:lpstr>Short Description</vt:lpstr>
      <vt:lpstr>Short Description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Benchmark Report Template</dc:title>
  <dc:creator>Casper Chiu (QAME)</dc:creator>
  <cp:lastModifiedBy>Ethan Hsu</cp:lastModifiedBy>
  <cp:revision>2176</cp:revision>
  <dcterms:created xsi:type="dcterms:W3CDTF">2020-10-12T03:33:54Z</dcterms:created>
  <dcterms:modified xsi:type="dcterms:W3CDTF">2026-04-21T03:15:02Z</dcterms:modified>
</cp:coreProperties>
</file>